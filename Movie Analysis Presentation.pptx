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2103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0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8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7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5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71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5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57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21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29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59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14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36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51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44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2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2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5369" y="872358"/>
            <a:ext cx="7372797" cy="1582976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43201"/>
            <a:ext cx="7554576" cy="2102068"/>
          </a:xfrm>
        </p:spPr>
        <p:txBody>
          <a:bodyPr>
            <a:normAutofit/>
          </a:bodyPr>
          <a:lstStyle/>
          <a:p>
            <a:r>
              <a:rPr dirty="0"/>
              <a:t>With streaming giants investing in original content, our company is stepping into the movie production space. But what kind of films should we produce to succeed at the</a:t>
            </a:r>
            <a:r>
              <a:rPr lang="en-US" dirty="0"/>
              <a:t> box </a:t>
            </a:r>
            <a:r>
              <a:rPr dirty="0"/>
              <a:t>office?</a:t>
            </a:r>
          </a:p>
          <a:p>
            <a:r>
              <a:rPr dirty="0"/>
              <a:t>This project dives into what’s working at the box office and what critics are saying  so we can make smart, evidence-backed decisions for our studio launch.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Box Office Data: Sourced from The Numbers, covering revenue performance across studios and movies.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Critic Reviews Data: From Rotten Tomatoes, giving insights into sentiment and critical perception over time.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Cleaned, filtered, and merged where necessary.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Total records analyzed: 700+ movies (2010–2018) for revenue and 30,000+ reviews (1950–2018) for critics.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Data wrangling in Python using Pandas &amp; Seaborn.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Visualizations built using Tableau for deeper storytelling.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Focus Areas: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Revenue trends over time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Studio and movie performance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Critic sentiment and influence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Rating patterns and audience reception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43558"/>
            <a:ext cx="7704667" cy="1981200"/>
          </a:xfrm>
        </p:spPr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Movie Revenue Trends Over the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7236" y="2772103"/>
            <a:ext cx="7704667" cy="3332816"/>
          </a:xfrm>
        </p:spPr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Total movie revenue held strong between 2010 and 2018, peaking in 2016.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This indicates consistent consumer interest — a positive signal for new studios entering the market.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2D5076-A6CB-4A5F-B1C0-751C5ED4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48" y="1532994"/>
            <a:ext cx="6493462" cy="18960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Top-Grossing Studios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3857296"/>
            <a:ext cx="7704667" cy="2904519"/>
          </a:xfrm>
        </p:spPr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Studios like Disney and Warner Bros consistently lead in total revenue.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Brand recognition and established franchises play a key role.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Our studio should consider co-productions or partnerships to build credibility.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CFFF6-BC96-4196-9BFF-9023B2B07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96" y="1807779"/>
            <a:ext cx="7572703" cy="2611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Top 10 Highest-Grossing Movies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333" y="3640801"/>
            <a:ext cx="7704667" cy="3332816"/>
          </a:xfrm>
        </p:spPr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Franchise-based, action-adventure films dominate the charts.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These include superhero and epic-style storytelling with sequel potential.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Recommendation: Focus on high-impact, blockbuster genres.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D9FB1-567B-4838-9A89-DFB014948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58" y="1659601"/>
            <a:ext cx="8092965" cy="2649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Critical Sentiment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2851" y="3224048"/>
            <a:ext cx="7704667" cy="3332816"/>
          </a:xfrm>
        </p:spPr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Top critics like Dennis Schwartz and Roger Ebert influence public opinion.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While reviews tend to lean positive, consistent quality storytelling is essential to earn their approval.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5B2331-DF2D-4878-810B-F6C79BF6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62" y="1671145"/>
            <a:ext cx="7404538" cy="24594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3866"/>
            <a:ext cx="7704667" cy="1981200"/>
          </a:xfrm>
        </p:spPr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Average Rating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630" y="4233041"/>
            <a:ext cx="7704667" cy="3332816"/>
          </a:xfrm>
        </p:spPr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Critic ratings have shown a gradual upward trend since the early 2000s.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This suggests rising expectations — our films must maintain a high standard to succeed.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8ED2D6-F7B8-4C1A-A69B-C5D990E1A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65" y="1324303"/>
            <a:ext cx="7704667" cy="3647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Genre Focus: Prioritize action, adventure, and sequel-friendly films.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Studio Strategy: Use recognizable talent or IP to gain market trust.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Critic Engagement: Involve top critics early to build anticipation.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Trend Monitoring: Watch sentiment and rating data post-launch.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Data doesn’t just tell us what’s popular — it reveals what’s possible.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Armed with these insights, we can make informed decisions and avoid costly flops.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Prepared by: Michael Kamuya Makao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Email: michael.michael@student.moringaschool.com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148</TotalTime>
  <Words>440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Introduction</vt:lpstr>
      <vt:lpstr>Data Sources</vt:lpstr>
      <vt:lpstr>Methodology</vt:lpstr>
      <vt:lpstr>Movie Revenue Trends Over the Years</vt:lpstr>
      <vt:lpstr>Top-Grossing Studios</vt:lpstr>
      <vt:lpstr>Top 10 Highest-Grossing Movies</vt:lpstr>
      <vt:lpstr>Critical Sentiment Breakdown</vt:lpstr>
      <vt:lpstr>Average Rating Over Time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Mickey</dc:creator>
  <cp:keywords/>
  <dc:description>generated using python-pptx</dc:description>
  <cp:lastModifiedBy>mickey kamuya</cp:lastModifiedBy>
  <cp:revision>4</cp:revision>
  <dcterms:created xsi:type="dcterms:W3CDTF">2013-01-27T09:14:16Z</dcterms:created>
  <dcterms:modified xsi:type="dcterms:W3CDTF">2025-08-05T18:45:56Z</dcterms:modified>
  <cp:category/>
</cp:coreProperties>
</file>